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5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85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099048" cy="1097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099048" y="0"/>
            <a:ext cx="6099048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2188952" y="0"/>
            <a:ext cx="6099048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0" y="274320"/>
            <a:ext cx="18288000" cy="1280160"/>
          </a:xfrm>
          <a:prstGeom prst="rect">
            <a:avLst/>
          </a:prstGeom>
          <a:noFill/>
          <a:ln/>
          <a:effectLst>
            <a:outerShdw blurRad="127000" dist="50800" dir="189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MVC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1508760"/>
            <a:ext cx="1828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 · PHP · Pattern Front Controller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2148840"/>
            <a:ext cx="5486400" cy="658368"/>
          </a:xfrm>
          <a:prstGeom prst="rect">
            <a:avLst/>
          </a:prstGeom>
          <a:solidFill>
            <a:srgbClr val="1A1F35"/>
          </a:solidFill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91440" cy="658368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565392" y="2148840"/>
            <a:ext cx="5321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index.php  —  Point d'entrée unique (Front Controller)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0" y="2807208"/>
            <a:ext cx="0" cy="347472"/>
          </a:xfrm>
          <a:prstGeom prst="line">
            <a:avLst/>
          </a:prstGeom>
          <a:noFill/>
          <a:ln w="25400">
            <a:solidFill>
              <a:srgbClr val="818CF8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96112" y="2926080"/>
            <a:ext cx="5029200" cy="5029200"/>
          </a:xfrm>
          <a:prstGeom prst="rect">
            <a:avLst/>
          </a:prstGeom>
          <a:solidFill>
            <a:srgbClr val="050A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22960" y="2852928"/>
            <a:ext cx="5029200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22960" y="2852928"/>
            <a:ext cx="5029200" cy="10515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289864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" y="341985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88720" y="3904488"/>
            <a:ext cx="42976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78992" y="4069080"/>
            <a:ext cx="451713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Accès aux données (PDO)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Requêtes SQL préparées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BatimentModel, SalleModel,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EtudiantModel, PlacementModel…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Validation des données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Aucun HTML généré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702552" y="2926080"/>
            <a:ext cx="5029200" cy="5029200"/>
          </a:xfrm>
          <a:prstGeom prst="rect">
            <a:avLst/>
          </a:prstGeom>
          <a:solidFill>
            <a:srgbClr val="050A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629400" y="2852928"/>
            <a:ext cx="5029200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629400" y="2852928"/>
            <a:ext cx="5029200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629400" y="289864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720840" y="341985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995160" y="3904488"/>
            <a:ext cx="42976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85432" y="4069080"/>
            <a:ext cx="451713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Reçoit les requêtes HTTP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Orchestre Modèle &amp; Vue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AuthController, PlacementController,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SalleController, EtudiantController…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Contrôle d'accès (admin)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Réponses JSON (AJAX)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12508992" y="2926080"/>
            <a:ext cx="5029200" cy="5029200"/>
          </a:xfrm>
          <a:prstGeom prst="rect">
            <a:avLst/>
          </a:prstGeom>
          <a:solidFill>
            <a:srgbClr val="050A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2435840" y="2852928"/>
            <a:ext cx="5029200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2435840" y="2852928"/>
            <a:ext cx="502920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2435840" y="289864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12527280" y="341985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2801600" y="3904488"/>
            <a:ext cx="429768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2691872" y="4069080"/>
            <a:ext cx="4517136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Génération HTML/PHP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layout.php (template global)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Dossiers : salle/, placement/,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etudiant/, enseignant/…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Aucune logique métier</a:t>
            </a:r>
            <a:endParaRPr lang="en-US" sz="17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Export PDF intégré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5943600" y="5367528"/>
            <a:ext cx="594360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737860" y="5093208"/>
            <a:ext cx="10058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737860" y="5093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1750040" y="5367528"/>
            <a:ext cx="594360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1544300" y="5093208"/>
            <a:ext cx="10058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1544300" y="5093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" y="8119872"/>
            <a:ext cx="5273040" cy="566928"/>
          </a:xfrm>
          <a:prstGeom prst="rect">
            <a:avLst/>
          </a:prstGeom>
          <a:solidFill>
            <a:srgbClr val="1E293B"/>
          </a:solidFill>
          <a:ln w="228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914400" y="8119872"/>
            <a:ext cx="91440" cy="5669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115568" y="8119872"/>
            <a:ext cx="507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responsabilités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507480" y="8119872"/>
            <a:ext cx="5273040" cy="566928"/>
          </a:xfrm>
          <a:prstGeom prst="rect">
            <a:avLst/>
          </a:prstGeom>
          <a:solidFill>
            <a:srgbClr val="1E293B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507480" y="8119872"/>
            <a:ext cx="91440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708648" y="8119872"/>
            <a:ext cx="507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2100560" y="8119872"/>
            <a:ext cx="5273040" cy="566928"/>
          </a:xfrm>
          <a:prstGeom prst="rect">
            <a:avLst/>
          </a:prstGeom>
          <a:solidFill>
            <a:srgbClr val="1E293B"/>
          </a:solidFill>
          <a:ln w="228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12100560" y="8119872"/>
            <a:ext cx="91440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2301728" y="8119872"/>
            <a:ext cx="507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Maintenabilité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914400" y="8823960"/>
            <a:ext cx="5273040" cy="566928"/>
          </a:xfrm>
          <a:prstGeom prst="rect">
            <a:avLst/>
          </a:prstGeom>
          <a:solidFill>
            <a:srgbClr val="1E293B"/>
          </a:solidFill>
          <a:ln w="228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914400" y="8823960"/>
            <a:ext cx="91440" cy="5669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115568" y="8823960"/>
            <a:ext cx="507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6507480" y="8823960"/>
            <a:ext cx="5273040" cy="566928"/>
          </a:xfrm>
          <a:prstGeom prst="rect">
            <a:avLst/>
          </a:prstGeom>
          <a:solidFill>
            <a:srgbClr val="1E293B"/>
          </a:solidFill>
          <a:ln w="2286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6507480" y="8823960"/>
            <a:ext cx="91440" cy="566928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708648" y="8823960"/>
            <a:ext cx="507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12100560" y="8823960"/>
            <a:ext cx="5273040" cy="566928"/>
          </a:xfrm>
          <a:prstGeom prst="rect">
            <a:avLst/>
          </a:prstGeom>
          <a:solidFill>
            <a:srgbClr val="1E293B"/>
          </a:solidFill>
          <a:ln w="228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12100560" y="8823960"/>
            <a:ext cx="91440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12301728" y="8823960"/>
            <a:ext cx="507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dynamique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914400" y="7973568"/>
            <a:ext cx="16459200" cy="2743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Personnalisé</PresentationFormat>
  <Paragraphs>36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Severin Huet</cp:lastModifiedBy>
  <cp:revision>1</cp:revision>
  <dcterms:created xsi:type="dcterms:W3CDTF">2026-03-27T07:18:30Z</dcterms:created>
  <dcterms:modified xsi:type="dcterms:W3CDTF">2026-03-27T07:19:55Z</dcterms:modified>
</cp:coreProperties>
</file>